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ink/ink2.xml" ContentType="application/inkml+xml"/>
  <Override PartName="/ppt/notesSlides/notesSlide10.xml" ContentType="application/vnd.openxmlformats-officedocument.presentationml.notesSlide+xml"/>
  <Override PartName="/ppt/ink/ink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3" r:id="rId10"/>
    <p:sldId id="507" r:id="rId11"/>
    <p:sldId id="514" r:id="rId12"/>
    <p:sldId id="504" r:id="rId13"/>
    <p:sldId id="502" r:id="rId14"/>
    <p:sldId id="506" r:id="rId15"/>
    <p:sldId id="269" r:id="rId1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B21963-64E8-4EE0-96BE-52A04A76202B}" v="51" dt="2026-03-16T05:08:11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93" autoAdjust="0"/>
    <p:restoredTop sz="94681"/>
  </p:normalViewPr>
  <p:slideViewPr>
    <p:cSldViewPr>
      <p:cViewPr varScale="1">
        <p:scale>
          <a:sx n="84" d="100"/>
          <a:sy n="84" d="100"/>
        </p:scale>
        <p:origin x="84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4:49:45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4:49:47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4:49:47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4:49:48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2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4.xml"/><Relationship Id="rId4" Type="http://schemas.openxmlformats.org/officeDocument/2006/relationships/image" Target="../media/image4.png"/><Relationship Id="rId9" Type="http://schemas.openxmlformats.org/officeDocument/2006/relationships/customXml" Target="../ink/ink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747406"/>
              </p:ext>
            </p:extLst>
          </p:nvPr>
        </p:nvGraphicFramePr>
        <p:xfrm>
          <a:off x="1670447" y="3505366"/>
          <a:ext cx="6096000" cy="1479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5569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50431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2499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6818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2301730080</a:t>
                      </a:r>
                    </a:p>
                    <a:p>
                      <a:pPr algn="ctr"/>
                      <a:r>
                        <a:rPr lang="en-US" dirty="0"/>
                        <a:t>2301730085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Aditya Chauhan</a:t>
                      </a:r>
                    </a:p>
                    <a:p>
                      <a:pPr algn="ctr"/>
                      <a:r>
                        <a:rPr lang="en-US" dirty="0"/>
                        <a:t>Nyasha 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4319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2301730090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Avinash Tiwari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899592" y="1372508"/>
            <a:ext cx="74168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</a:t>
            </a: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UBTITLE TRANSLATOR WITH API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</a:t>
            </a:r>
          </a:p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6AB74B-58A0-F5EF-079D-8C54FA8062E7}"/>
              </a:ext>
            </a:extLst>
          </p:cNvPr>
          <p:cNvSpPr txBox="1"/>
          <p:nvPr/>
        </p:nvSpPr>
        <p:spPr>
          <a:xfrm>
            <a:off x="179512" y="1340768"/>
            <a:ext cx="85689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Subtitle Translator</a:t>
            </a:r>
            <a:r>
              <a:rPr lang="en-US" dirty="0"/>
              <a:t> project is a web-based application designed to translate subtitle files into different languages in an efficient and automated manner. The system mainly works with </a:t>
            </a:r>
            <a:r>
              <a:rPr lang="en-US" b="1" dirty="0"/>
              <a:t>SRT (</a:t>
            </a:r>
            <a:r>
              <a:rPr lang="en-US" b="1" dirty="0" err="1"/>
              <a:t>SubRip</a:t>
            </a:r>
            <a:r>
              <a:rPr lang="en-US" b="1" dirty="0"/>
              <a:t> Subtitle) files</a:t>
            </a:r>
            <a:r>
              <a:rPr lang="en-US" dirty="0"/>
              <a:t>, which are commonly used to store subtitle text along with timestamps for synchronization with audio or video media.</a:t>
            </a:r>
          </a:p>
          <a:p>
            <a:r>
              <a:rPr lang="en-US" dirty="0"/>
              <a:t>In this project, users can upload an SRT subtitle file and select a target language for translation. The system extracts the subtitle text from the file and sends it to an </a:t>
            </a:r>
            <a:r>
              <a:rPr lang="en-US" b="1" dirty="0"/>
              <a:t>AI-based translation API</a:t>
            </a:r>
            <a:r>
              <a:rPr lang="en-US" dirty="0"/>
              <a:t>. The translated text is then placed back into the original SRT format while keeping the original timestamps unchanged. This ensures that the subtitles remain synchronized with the media.</a:t>
            </a:r>
          </a:p>
          <a:p>
            <a:r>
              <a:rPr lang="en-US" dirty="0"/>
              <a:t>The application is developed using </a:t>
            </a:r>
            <a:r>
              <a:rPr lang="en-US" b="1" dirty="0"/>
              <a:t>React.js for the frontend</a:t>
            </a:r>
            <a:r>
              <a:rPr lang="en-US" dirty="0"/>
              <a:t> and </a:t>
            </a:r>
            <a:r>
              <a:rPr lang="en-US" b="1" dirty="0"/>
              <a:t>Node.js with Express.js for the backend</a:t>
            </a:r>
            <a:r>
              <a:rPr lang="en-US" dirty="0"/>
              <a:t>. By automating subtitle translation, the system helps reduce manual effort, saves time, and improves accessibility for multimedia content available in different languages.</a:t>
            </a:r>
          </a:p>
          <a:p>
            <a:r>
              <a:rPr lang="en-US" dirty="0"/>
              <a:t>Overall, the project demonstrates how </a:t>
            </a:r>
            <a:r>
              <a:rPr lang="en-US" b="1" dirty="0"/>
              <a:t>Artificial Intelligence and modern web technologies</a:t>
            </a:r>
            <a:r>
              <a:rPr lang="en-US" dirty="0"/>
              <a:t> can be combined to solve real-world problems related to language barriers in digital media.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39002-1205-E5D8-3391-14A9E6B7F9A4}"/>
              </a:ext>
            </a:extLst>
          </p:cNvPr>
          <p:cNvSpPr txBox="1"/>
          <p:nvPr/>
        </p:nvSpPr>
        <p:spPr>
          <a:xfrm>
            <a:off x="72008" y="1293834"/>
            <a:ext cx="89644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To design and develop a web-based system for translating </a:t>
            </a:r>
            <a:r>
              <a:rPr lang="en-US" b="1" dirty="0"/>
              <a:t>SRT subtitle files</a:t>
            </a:r>
            <a:r>
              <a:rPr lang="en-US" dirty="0"/>
              <a:t> into different languages.</a:t>
            </a:r>
          </a:p>
          <a:p>
            <a:r>
              <a:rPr lang="en-US" dirty="0"/>
              <a:t>• To automatically extract subtitle text from the uploaded SRT file while maintaining the </a:t>
            </a:r>
            <a:r>
              <a:rPr lang="en-US" b="1" dirty="0"/>
              <a:t>original timestamps and formatting</a:t>
            </a:r>
            <a:r>
              <a:rPr lang="en-US" dirty="0"/>
              <a:t>.</a:t>
            </a:r>
          </a:p>
          <a:p>
            <a:r>
              <a:rPr lang="en-US" dirty="0"/>
              <a:t>• To integrate an </a:t>
            </a:r>
            <a:r>
              <a:rPr lang="en-US" b="1" dirty="0"/>
              <a:t>AI-based translation API</a:t>
            </a:r>
            <a:r>
              <a:rPr lang="en-US" dirty="0"/>
              <a:t> for accurate and efficient language translation.</a:t>
            </a:r>
          </a:p>
          <a:p>
            <a:r>
              <a:rPr lang="en-US" dirty="0"/>
              <a:t>• To ensure that the translated subtitles remain </a:t>
            </a:r>
            <a:r>
              <a:rPr lang="en-US" b="1" dirty="0"/>
              <a:t>synchronized with the original media content</a:t>
            </a:r>
            <a:r>
              <a:rPr lang="en-US" dirty="0"/>
              <a:t>.</a:t>
            </a:r>
          </a:p>
          <a:p>
            <a:r>
              <a:rPr lang="en-US" dirty="0"/>
              <a:t>• To provide a </a:t>
            </a:r>
            <a:r>
              <a:rPr lang="en-US" b="1" dirty="0"/>
              <a:t>simple and user-friendly interface</a:t>
            </a:r>
            <a:r>
              <a:rPr lang="en-US" dirty="0"/>
              <a:t> for uploading subtitle files and downloading the translated output.</a:t>
            </a:r>
          </a:p>
          <a:p>
            <a:r>
              <a:rPr lang="en-US" dirty="0"/>
              <a:t>• To reduce the </a:t>
            </a:r>
            <a:r>
              <a:rPr lang="en-US" b="1" dirty="0"/>
              <a:t>manual effort and time required</a:t>
            </a:r>
            <a:r>
              <a:rPr lang="en-US" dirty="0"/>
              <a:t> for subtitle translation.</a:t>
            </a:r>
          </a:p>
          <a:p>
            <a:r>
              <a:rPr lang="en-US" dirty="0"/>
              <a:t>• To improve </a:t>
            </a:r>
            <a:r>
              <a:rPr lang="en-US" b="1" dirty="0"/>
              <a:t>accessibility of multimedia content</a:t>
            </a:r>
            <a:r>
              <a:rPr lang="en-US" dirty="0"/>
              <a:t> for users who speak different languages.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B8A240-DB13-A45D-8838-42330A19CA85}"/>
              </a:ext>
            </a:extLst>
          </p:cNvPr>
          <p:cNvSpPr txBox="1"/>
          <p:nvPr/>
        </p:nvSpPr>
        <p:spPr>
          <a:xfrm>
            <a:off x="179512" y="1293834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SRT File Support:</a:t>
            </a:r>
            <a:r>
              <a:rPr lang="en-US" dirty="0"/>
              <a:t> The system is designed to work specifically with SRT subtitle files, which contain subtitle text along with timestamps for synchronization with media content.</a:t>
            </a:r>
          </a:p>
          <a:p>
            <a:r>
              <a:rPr lang="en-US" dirty="0"/>
              <a:t>• </a:t>
            </a:r>
            <a:r>
              <a:rPr lang="en-US" b="1" dirty="0"/>
              <a:t>Automatic Subtitle Translation:</a:t>
            </a:r>
            <a:r>
              <a:rPr lang="en-US" dirty="0"/>
              <a:t> The application automatically translates subtitle text into the selected target language using an AI-based translation API.</a:t>
            </a:r>
          </a:p>
          <a:p>
            <a:r>
              <a:rPr lang="en-US" dirty="0"/>
              <a:t>• </a:t>
            </a:r>
            <a:r>
              <a:rPr lang="en-US" b="1" dirty="0"/>
              <a:t>Timestamp Preservation:</a:t>
            </a:r>
            <a:r>
              <a:rPr lang="en-US" dirty="0"/>
              <a:t> The original timestamps of subtitles are preserved to ensure that translated subtitles remain synchronized with the video or audio.</a:t>
            </a:r>
          </a:p>
          <a:p>
            <a:r>
              <a:rPr lang="en-US" dirty="0"/>
              <a:t>• </a:t>
            </a:r>
            <a:r>
              <a:rPr lang="en-US" b="1" dirty="0"/>
              <a:t>User-Friendly Interface:</a:t>
            </a:r>
            <a:r>
              <a:rPr lang="en-US" dirty="0"/>
              <a:t> The system provides a simple and easy-to-use interface where users can upload subtitle files and select the desired language.</a:t>
            </a:r>
          </a:p>
          <a:p>
            <a:r>
              <a:rPr lang="en-US" dirty="0"/>
              <a:t>• </a:t>
            </a:r>
            <a:r>
              <a:rPr lang="en-US" b="1" dirty="0"/>
              <a:t>Fast Processing:</a:t>
            </a:r>
            <a:r>
              <a:rPr lang="en-US" dirty="0"/>
              <a:t> The subtitle translation process is completed quickly, reducing the time required for manual translation.</a:t>
            </a:r>
          </a:p>
          <a:p>
            <a:r>
              <a:rPr lang="en-US" dirty="0"/>
              <a:t>• </a:t>
            </a:r>
            <a:r>
              <a:rPr lang="en-US" b="1" dirty="0"/>
              <a:t>Downloadable Output:</a:t>
            </a:r>
            <a:r>
              <a:rPr lang="en-US" dirty="0"/>
              <a:t> After translation, users can download the translated subtitle file in the same SRT format.</a:t>
            </a:r>
          </a:p>
          <a:p>
            <a:r>
              <a:rPr lang="en-US" dirty="0"/>
              <a:t>• </a:t>
            </a:r>
            <a:r>
              <a:rPr lang="en-US" b="1" dirty="0"/>
              <a:t>Web-Based Application:</a:t>
            </a:r>
            <a:r>
              <a:rPr lang="en-US" dirty="0"/>
              <a:t> The project runs on a web platform, making it easily accessible through a browser without requiring additional software.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A82DC1-1F47-1D5E-92F7-945D7E60B9D7}"/>
              </a:ext>
            </a:extLst>
          </p:cNvPr>
          <p:cNvSpPr txBox="1"/>
          <p:nvPr/>
        </p:nvSpPr>
        <p:spPr>
          <a:xfrm>
            <a:off x="72008" y="1293834"/>
            <a:ext cx="89644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The project topic </a:t>
            </a:r>
            <a:r>
              <a:rPr lang="en-US" b="1" dirty="0"/>
              <a:t>“Subtitle Translator System”</a:t>
            </a:r>
            <a:r>
              <a:rPr lang="en-US" dirty="0"/>
              <a:t> has been finalized after discussing the idea and feasibility with the project guide.</a:t>
            </a:r>
          </a:p>
          <a:p>
            <a:r>
              <a:rPr lang="en-US" dirty="0"/>
              <a:t>• Initial </a:t>
            </a:r>
            <a:r>
              <a:rPr lang="en-US" b="1" dirty="0"/>
              <a:t>research and literature review</a:t>
            </a:r>
            <a:r>
              <a:rPr lang="en-US" dirty="0"/>
              <a:t> have been conducted to understand subtitle formats, especially the </a:t>
            </a:r>
            <a:r>
              <a:rPr lang="en-US" b="1" dirty="0"/>
              <a:t>SRT file structure</a:t>
            </a:r>
            <a:r>
              <a:rPr lang="en-US" dirty="0"/>
              <a:t> and how subtitles are synchronized with media content.</a:t>
            </a:r>
          </a:p>
          <a:p>
            <a:r>
              <a:rPr lang="en-US" dirty="0"/>
              <a:t>• The </a:t>
            </a:r>
            <a:r>
              <a:rPr lang="en-US" b="1" dirty="0"/>
              <a:t>basic project workflow and system flowchart</a:t>
            </a:r>
            <a:r>
              <a:rPr lang="en-US" dirty="0"/>
              <a:t> have been designed to explain how subtitle translation will be processed.</a:t>
            </a:r>
          </a:p>
          <a:p>
            <a:r>
              <a:rPr lang="en-US" dirty="0"/>
              <a:t>• The required </a:t>
            </a:r>
            <a:r>
              <a:rPr lang="en-US" b="1" dirty="0"/>
              <a:t>tools and technologies</a:t>
            </a:r>
            <a:r>
              <a:rPr lang="en-US" dirty="0"/>
              <a:t>, including React.js, Node.js, Express.js, and Translation API, have been selected for system development.</a:t>
            </a:r>
          </a:p>
          <a:p>
            <a:r>
              <a:rPr lang="en-US" dirty="0"/>
              <a:t>• The team has started working on </a:t>
            </a:r>
            <a:r>
              <a:rPr lang="en-US" b="1" dirty="0"/>
              <a:t>frontend design and backend structure</a:t>
            </a:r>
            <a:r>
              <a:rPr lang="en-US" dirty="0"/>
              <a:t> to handle file upload and subtitle processing.</a:t>
            </a:r>
          </a:p>
          <a:p>
            <a:r>
              <a:rPr lang="en-US" dirty="0"/>
              <a:t>• Initial </a:t>
            </a:r>
            <a:r>
              <a:rPr lang="en-US" b="1" dirty="0"/>
              <a:t>testing of translation APIs and SRT file parsing</a:t>
            </a:r>
            <a:r>
              <a:rPr lang="en-US" dirty="0"/>
              <a:t> has been explored to ensure proper subtitle extraction and translation.</a:t>
            </a:r>
          </a:p>
          <a:p>
            <a:r>
              <a:rPr lang="en-US" dirty="0"/>
              <a:t>• The project is currently in the </a:t>
            </a:r>
            <a:r>
              <a:rPr lang="en-US" b="1" dirty="0"/>
              <a:t>development phase</a:t>
            </a:r>
            <a:r>
              <a:rPr lang="en-US" dirty="0"/>
              <a:t>, where individual modules are being designed and implemented.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FAA096-268D-CCB8-7581-025FF8415A7F}"/>
              </a:ext>
            </a:extLst>
          </p:cNvPr>
          <p:cNvSpPr txBox="1"/>
          <p:nvPr/>
        </p:nvSpPr>
        <p:spPr>
          <a:xfrm>
            <a:off x="72008" y="1268760"/>
            <a:ext cx="90364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• </a:t>
            </a:r>
            <a:r>
              <a:rPr lang="en-US" sz="1400" b="1" dirty="0"/>
              <a:t>Project Planning:</a:t>
            </a:r>
            <a:br>
              <a:rPr lang="en-US" sz="1400" dirty="0"/>
            </a:br>
            <a:r>
              <a:rPr lang="en-US" sz="1400" dirty="0"/>
              <a:t>The project idea and scope were finalized after discussion with the project guide. The overall workflow and system functionality were defined to understand how the subtitle translation process will work.</a:t>
            </a:r>
          </a:p>
          <a:p>
            <a:r>
              <a:rPr lang="en-US" sz="1400" dirty="0"/>
              <a:t>• </a:t>
            </a:r>
            <a:r>
              <a:rPr lang="en-US" sz="1400" b="1" dirty="0"/>
              <a:t>Research and Analysis:</a:t>
            </a:r>
            <a:br>
              <a:rPr lang="en-US" sz="1400" dirty="0"/>
            </a:br>
            <a:r>
              <a:rPr lang="en-US" sz="1400" dirty="0"/>
              <a:t>Initial research was conducted on subtitle formats, especially the </a:t>
            </a:r>
            <a:r>
              <a:rPr lang="en-US" sz="1400" b="1" dirty="0"/>
              <a:t>SRT file structure</a:t>
            </a:r>
            <a:r>
              <a:rPr lang="en-US" sz="1400" dirty="0"/>
              <a:t>, to understand how subtitles store text and timestamps. This helped in planning how the subtitles would be extracted and processed.</a:t>
            </a:r>
          </a:p>
          <a:p>
            <a:r>
              <a:rPr lang="en-US" sz="1400" dirty="0"/>
              <a:t>• </a:t>
            </a:r>
            <a:r>
              <a:rPr lang="en-US" sz="1400" b="1" dirty="0"/>
              <a:t>Technology Selection:</a:t>
            </a:r>
            <a:br>
              <a:rPr lang="en-US" sz="1400" dirty="0"/>
            </a:br>
            <a:r>
              <a:rPr lang="en-US" sz="1400" dirty="0"/>
              <a:t>The required technologies such as </a:t>
            </a:r>
            <a:r>
              <a:rPr lang="en-US" sz="1400" b="1" dirty="0"/>
              <a:t>React.js for frontend</a:t>
            </a:r>
            <a:r>
              <a:rPr lang="en-US" sz="1400" dirty="0"/>
              <a:t>, </a:t>
            </a:r>
            <a:r>
              <a:rPr lang="en-US" sz="1400" b="1" dirty="0"/>
              <a:t>Node.js and Express.js for backend</a:t>
            </a:r>
            <a:r>
              <a:rPr lang="en-US" sz="1400" dirty="0"/>
              <a:t>, and an </a:t>
            </a:r>
            <a:r>
              <a:rPr lang="en-US" sz="1400" b="1" dirty="0"/>
              <a:t>AI-based translation API</a:t>
            </a:r>
            <a:r>
              <a:rPr lang="en-US" sz="1400" dirty="0"/>
              <a:t> were selected for building the system.</a:t>
            </a:r>
          </a:p>
          <a:p>
            <a:r>
              <a:rPr lang="en-US" sz="1400" dirty="0"/>
              <a:t>• </a:t>
            </a:r>
            <a:r>
              <a:rPr lang="en-US" sz="1400" b="1" dirty="0"/>
              <a:t>System Design:</a:t>
            </a:r>
            <a:br>
              <a:rPr lang="en-US" sz="1400" dirty="0"/>
            </a:br>
            <a:r>
              <a:rPr lang="en-US" sz="1400" dirty="0"/>
              <a:t>The basic system architecture and flowchart were created to explain the working of the subtitle translation process, including file upload, subtitle extraction, translation, and generation of the translated SRT file.</a:t>
            </a:r>
          </a:p>
          <a:p>
            <a:r>
              <a:rPr lang="en-US" sz="1400" dirty="0"/>
              <a:t>• </a:t>
            </a:r>
            <a:r>
              <a:rPr lang="en-US" sz="1400" b="1" dirty="0"/>
              <a:t>Frontend Development:</a:t>
            </a:r>
            <a:br>
              <a:rPr lang="en-US" sz="1400" dirty="0"/>
            </a:br>
            <a:r>
              <a:rPr lang="en-US" sz="1400" dirty="0"/>
              <a:t>Work has started on designing the user interface where users can upload subtitle files and select the target language for translation.</a:t>
            </a:r>
          </a:p>
          <a:p>
            <a:r>
              <a:rPr lang="en-US" sz="1400" dirty="0"/>
              <a:t>• </a:t>
            </a:r>
            <a:r>
              <a:rPr lang="en-US" sz="1400" b="1" dirty="0"/>
              <a:t>Backend Development:</a:t>
            </a:r>
            <a:br>
              <a:rPr lang="en-US" sz="1400" dirty="0"/>
            </a:br>
            <a:r>
              <a:rPr lang="en-US" sz="1400" dirty="0"/>
              <a:t>The backend structure has been planned to handle file processing, API communication, and generation of the translated subtitle file.</a:t>
            </a:r>
          </a:p>
          <a:p>
            <a:r>
              <a:rPr lang="en-US" sz="1400" dirty="0"/>
              <a:t>• </a:t>
            </a:r>
            <a:r>
              <a:rPr lang="en-US" sz="1400" b="1" dirty="0"/>
              <a:t>Testing and Integration:</a:t>
            </a:r>
            <a:br>
              <a:rPr lang="en-US" sz="1400" dirty="0"/>
            </a:br>
            <a:r>
              <a:rPr lang="en-US" sz="1400" dirty="0"/>
              <a:t>Initial testing of subtitle parsing and translation API integration has been explored to ensure that subtitle text can be translated while preserving the original timestamps.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496593-1C2D-5EF7-055B-8360EE87452E}"/>
              </a:ext>
            </a:extLst>
          </p:cNvPr>
          <p:cNvSpPr txBox="1"/>
          <p:nvPr/>
        </p:nvSpPr>
        <p:spPr>
          <a:xfrm>
            <a:off x="179512" y="1293834"/>
            <a:ext cx="87129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METHODOLOGY</a:t>
            </a:r>
          </a:p>
          <a:p>
            <a:r>
              <a:rPr lang="en-US" sz="1600" dirty="0"/>
              <a:t>The development of the </a:t>
            </a:r>
            <a:r>
              <a:rPr lang="en-US" sz="1600" b="1" dirty="0"/>
              <a:t>Subtitle Translator System</a:t>
            </a:r>
            <a:r>
              <a:rPr lang="en-US" sz="1600" dirty="0"/>
              <a:t> follows a structured approach to ensure efficient processing and translation of subtitle files.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File Upload:</a:t>
            </a:r>
            <a:br>
              <a:rPr lang="en-US" sz="1600" dirty="0"/>
            </a:br>
            <a:r>
              <a:rPr lang="en-US" sz="1600" dirty="0"/>
              <a:t>The process begins when the user uploads an </a:t>
            </a:r>
            <a:r>
              <a:rPr lang="en-US" sz="1600" b="1" dirty="0"/>
              <a:t>SRT subtitle file</a:t>
            </a:r>
            <a:r>
              <a:rPr lang="en-US" sz="1600" dirty="0"/>
              <a:t> through the web interface. The system accepts the file and prepares it for processing.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Subtitle Parsing:</a:t>
            </a:r>
            <a:br>
              <a:rPr lang="en-US" sz="1600" dirty="0"/>
            </a:br>
            <a:r>
              <a:rPr lang="en-US" sz="1600" dirty="0"/>
              <a:t>The uploaded SRT file is read and parsed to extract the </a:t>
            </a:r>
            <a:r>
              <a:rPr lang="en-US" sz="1600" b="1" dirty="0"/>
              <a:t>subtitle text and timestamps</a:t>
            </a:r>
            <a:r>
              <a:rPr lang="en-US" sz="1600" dirty="0"/>
              <a:t>. This step helps separate the actual subtitle content from the timing information.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Text Extraction:</a:t>
            </a:r>
            <a:br>
              <a:rPr lang="en-US" sz="1600" dirty="0"/>
            </a:br>
            <a:r>
              <a:rPr lang="en-US" sz="1600" dirty="0"/>
              <a:t>Only the subtitle text is selected for translation while the </a:t>
            </a:r>
            <a:r>
              <a:rPr lang="en-US" sz="1600" b="1" dirty="0"/>
              <a:t>original timestamps are preserved</a:t>
            </a:r>
            <a:r>
              <a:rPr lang="en-US" sz="1600" dirty="0"/>
              <a:t> to maintain synchronization with the media.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Translation Process:</a:t>
            </a:r>
            <a:br>
              <a:rPr lang="en-US" sz="1600" dirty="0"/>
            </a:br>
            <a:r>
              <a:rPr lang="en-US" sz="1600" dirty="0"/>
              <a:t>The extracted text is sent to an </a:t>
            </a:r>
            <a:r>
              <a:rPr lang="en-US" sz="1600" b="1" dirty="0"/>
              <a:t>AI-based translation API</a:t>
            </a:r>
            <a:r>
              <a:rPr lang="en-US" sz="1600" dirty="0"/>
              <a:t>, which converts the subtitle text into the selected target language.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Subtitle Reconstruction:</a:t>
            </a:r>
            <a:br>
              <a:rPr lang="en-US" sz="1600" dirty="0"/>
            </a:br>
            <a:r>
              <a:rPr lang="en-US" sz="1600" dirty="0"/>
              <a:t>After translation, the system reconstructs the subtitle file by inserting the translated text back into the original SRT structure along with the existing timestamps.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Output Generation:</a:t>
            </a:r>
            <a:br>
              <a:rPr lang="en-US" sz="1600" dirty="0"/>
            </a:br>
            <a:r>
              <a:rPr lang="en-US" sz="1600" dirty="0"/>
              <a:t>Finally, a new translated </a:t>
            </a:r>
            <a:r>
              <a:rPr lang="en-US" sz="1600" b="1" dirty="0"/>
              <a:t>SRT subtitle file</a:t>
            </a:r>
            <a:r>
              <a:rPr lang="en-US" sz="1600" dirty="0"/>
              <a:t> is generated and provided to the user for download.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D80D13D-5C4F-BCAC-7233-C30643F82F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1205491"/>
            <a:ext cx="9144000" cy="49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2C6CB2F-A343-0ABD-E06C-558C326B3529}"/>
              </a:ext>
            </a:extLst>
          </p:cNvPr>
          <p:cNvSpPr txBox="1"/>
          <p:nvPr/>
        </p:nvSpPr>
        <p:spPr>
          <a:xfrm>
            <a:off x="72008" y="1196752"/>
            <a:ext cx="88924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Phase 1 – Project Planning (Week 1–2)</a:t>
            </a:r>
            <a:br>
              <a:rPr lang="en-US" sz="1600" dirty="0"/>
            </a:br>
            <a:r>
              <a:rPr lang="en-US" sz="1600" dirty="0"/>
              <a:t>• Finalization of project topic and scope</a:t>
            </a:r>
            <a:br>
              <a:rPr lang="en-US" sz="1600" dirty="0"/>
            </a:br>
            <a:r>
              <a:rPr lang="en-US" sz="1600" dirty="0"/>
              <a:t>• Discussion with project guide</a:t>
            </a:r>
            <a:br>
              <a:rPr lang="en-US" sz="1600" dirty="0"/>
            </a:br>
            <a:r>
              <a:rPr lang="en-US" sz="1600" dirty="0"/>
              <a:t>• Initial research on subtitle translation and SRT file structure</a:t>
            </a:r>
          </a:p>
          <a:p>
            <a:r>
              <a:rPr lang="en-US" sz="1600" b="1" dirty="0"/>
              <a:t>Phase 2 – Requirement Analysis (Week 3–4)</a:t>
            </a:r>
            <a:br>
              <a:rPr lang="en-US" sz="1600" dirty="0"/>
            </a:br>
            <a:r>
              <a:rPr lang="en-US" sz="1600" dirty="0"/>
              <a:t>• Study of system requirements and features</a:t>
            </a:r>
            <a:br>
              <a:rPr lang="en-US" sz="1600" dirty="0"/>
            </a:br>
            <a:r>
              <a:rPr lang="en-US" sz="1600" dirty="0"/>
              <a:t>• Selection of tools and technologies such as React.js, Node.js, and Translation API</a:t>
            </a:r>
            <a:br>
              <a:rPr lang="en-US" sz="1600" dirty="0"/>
            </a:br>
            <a:r>
              <a:rPr lang="en-US" sz="1600" dirty="0"/>
              <a:t>• Preparation of system flowchart and project design</a:t>
            </a:r>
          </a:p>
          <a:p>
            <a:r>
              <a:rPr lang="en-US" sz="1600" b="1" dirty="0"/>
              <a:t>Phase 3 – System Design (Week 5–6)</a:t>
            </a:r>
            <a:br>
              <a:rPr lang="en-US" sz="1600" dirty="0"/>
            </a:br>
            <a:r>
              <a:rPr lang="en-US" sz="1600" dirty="0"/>
              <a:t>• Designing the system architecture</a:t>
            </a:r>
            <a:br>
              <a:rPr lang="en-US" sz="1600" dirty="0"/>
            </a:br>
            <a:r>
              <a:rPr lang="en-US" sz="1600" dirty="0"/>
              <a:t>• Planning the workflow for subtitle extraction, translation, and reconstruction</a:t>
            </a:r>
            <a:br>
              <a:rPr lang="en-US" sz="1600" dirty="0"/>
            </a:br>
            <a:r>
              <a:rPr lang="en-US" sz="1600" dirty="0"/>
              <a:t>• Preparing UI layout for the application</a:t>
            </a:r>
          </a:p>
          <a:p>
            <a:r>
              <a:rPr lang="en-US" sz="1600" b="1" dirty="0"/>
              <a:t>Phase 4 – Development Phase (Week 7–10)</a:t>
            </a:r>
            <a:br>
              <a:rPr lang="en-US" sz="1600" dirty="0"/>
            </a:br>
            <a:r>
              <a:rPr lang="en-US" sz="1600" dirty="0"/>
              <a:t>• Frontend development using React.js</a:t>
            </a:r>
            <a:br>
              <a:rPr lang="en-US" sz="1600" dirty="0"/>
            </a:br>
            <a:r>
              <a:rPr lang="en-US" sz="1600" dirty="0"/>
              <a:t>• Backend setup using Node.js and Express.js</a:t>
            </a:r>
            <a:br>
              <a:rPr lang="en-US" sz="1600" dirty="0"/>
            </a:br>
            <a:r>
              <a:rPr lang="en-US" sz="1600" dirty="0"/>
              <a:t>• Implementation of SRT file parsing and translation API integration</a:t>
            </a:r>
          </a:p>
          <a:p>
            <a:r>
              <a:rPr lang="en-US" sz="1600" b="1" dirty="0"/>
              <a:t>Phase 5 – Testing and Integration (Week 11–12)</a:t>
            </a:r>
            <a:br>
              <a:rPr lang="en-US" sz="1600" dirty="0"/>
            </a:br>
            <a:r>
              <a:rPr lang="en-US" sz="1600" dirty="0"/>
              <a:t>• Testing subtitle translation functionality</a:t>
            </a:r>
            <a:br>
              <a:rPr lang="en-US" sz="1600" dirty="0"/>
            </a:br>
            <a:r>
              <a:rPr lang="en-US" sz="1600" dirty="0"/>
              <a:t>• Ensuring timestamps remain synchronized with media</a:t>
            </a:r>
            <a:br>
              <a:rPr lang="en-US" sz="1600" dirty="0"/>
            </a:br>
            <a:r>
              <a:rPr lang="en-US" sz="1600" dirty="0"/>
              <a:t>• Fixing errors and improving system performance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5AE5B-E43E-CFC9-59E3-0853A368E8B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1722C23-431E-1336-0FA0-274958969881}"/>
              </a:ext>
            </a:extLst>
          </p:cNvPr>
          <p:cNvSpPr txBox="1"/>
          <p:nvPr/>
        </p:nvSpPr>
        <p:spPr>
          <a:xfrm>
            <a:off x="179512" y="1293834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Complete System Development:</a:t>
            </a:r>
            <a:br>
              <a:rPr lang="en-US" dirty="0"/>
            </a:br>
            <a:r>
              <a:rPr lang="en-US" dirty="0"/>
              <a:t>Continue developing the remaining modules of the application, including subtitle parsing, translation integration, and output generation.</a:t>
            </a:r>
          </a:p>
          <a:p>
            <a:r>
              <a:rPr lang="en-US" dirty="0"/>
              <a:t>• </a:t>
            </a:r>
            <a:r>
              <a:rPr lang="en-US" b="1" dirty="0"/>
              <a:t>API Integration:</a:t>
            </a:r>
            <a:br>
              <a:rPr lang="en-US" dirty="0"/>
            </a:br>
            <a:r>
              <a:rPr lang="en-US" dirty="0"/>
              <a:t>Successfully integrate the AI-based translation API with the backend system to enable accurate subtitle translation.</a:t>
            </a:r>
          </a:p>
          <a:p>
            <a:r>
              <a:rPr lang="en-US" dirty="0"/>
              <a:t>• </a:t>
            </a:r>
            <a:r>
              <a:rPr lang="en-US" b="1" dirty="0"/>
              <a:t>User Interface Improvement:</a:t>
            </a:r>
            <a:br>
              <a:rPr lang="en-US" dirty="0"/>
            </a:br>
            <a:r>
              <a:rPr lang="en-US" dirty="0"/>
              <a:t>Enhance the frontend interface to make the application more user-friendly and easier to navigate.</a:t>
            </a:r>
          </a:p>
          <a:p>
            <a:r>
              <a:rPr lang="en-US" dirty="0"/>
              <a:t>• </a:t>
            </a:r>
            <a:r>
              <a:rPr lang="en-US" b="1" dirty="0"/>
              <a:t>Testing and Debugging:</a:t>
            </a:r>
            <a:br>
              <a:rPr lang="en-US" dirty="0"/>
            </a:br>
            <a:r>
              <a:rPr lang="en-US" dirty="0"/>
              <a:t>Conduct proper testing to identify and fix errors, ensuring that subtitle timestamps remain synchronized with the media content.</a:t>
            </a:r>
          </a:p>
          <a:p>
            <a:r>
              <a:rPr lang="en-US" dirty="0"/>
              <a:t>• </a:t>
            </a:r>
            <a:r>
              <a:rPr lang="en-US" b="1" dirty="0"/>
              <a:t>Performance Optimization:</a:t>
            </a:r>
            <a:br>
              <a:rPr lang="en-US" dirty="0"/>
            </a:br>
            <a:r>
              <a:rPr lang="en-US" dirty="0"/>
              <a:t>Improve the speed and efficiency of subtitle translation and file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E94E56-6227-1196-380A-F4801B9D1AE4}"/>
              </a:ext>
            </a:extLst>
          </p:cNvPr>
          <p:cNvSpPr txBox="1"/>
          <p:nvPr/>
        </p:nvSpPr>
        <p:spPr>
          <a:xfrm>
            <a:off x="72008" y="1293834"/>
            <a:ext cx="90719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SRT Subtitle Files:</a:t>
            </a:r>
            <a:br>
              <a:rPr lang="en-US" dirty="0"/>
            </a:br>
            <a:r>
              <a:rPr lang="en-US" dirty="0"/>
              <a:t>The primary data used in this project is </a:t>
            </a:r>
            <a:r>
              <a:rPr lang="en-US" b="1" dirty="0"/>
              <a:t>SRT (</a:t>
            </a:r>
            <a:r>
              <a:rPr lang="en-US" b="1" dirty="0" err="1"/>
              <a:t>SubRip</a:t>
            </a:r>
            <a:r>
              <a:rPr lang="en-US" b="1" dirty="0"/>
              <a:t> Subtitle) files</a:t>
            </a:r>
            <a:r>
              <a:rPr lang="en-US" dirty="0"/>
              <a:t>, which contain subtitle text along with timestamps for synchronization with media content.</a:t>
            </a:r>
          </a:p>
          <a:p>
            <a:r>
              <a:rPr lang="en-US" dirty="0"/>
              <a:t>• </a:t>
            </a:r>
            <a:r>
              <a:rPr lang="en-US" b="1" dirty="0"/>
              <a:t>Sample Subtitle Datasets:</a:t>
            </a:r>
            <a:br>
              <a:rPr lang="en-US" dirty="0"/>
            </a:br>
            <a:r>
              <a:rPr lang="en-US" dirty="0"/>
              <a:t>Various publicly available subtitle files from movies, educational videos, and online media sources will be used for testing the translation process.</a:t>
            </a:r>
          </a:p>
          <a:p>
            <a:r>
              <a:rPr lang="en-US" dirty="0"/>
              <a:t>• </a:t>
            </a:r>
            <a:r>
              <a:rPr lang="en-US" b="1" dirty="0"/>
              <a:t>AI-Based Translation API:</a:t>
            </a:r>
            <a:br>
              <a:rPr lang="en-US" dirty="0"/>
            </a:br>
            <a:r>
              <a:rPr lang="en-US" dirty="0"/>
              <a:t>A translation API will be used to process and convert subtitle text into different languages automatically.</a:t>
            </a:r>
          </a:p>
          <a:p>
            <a:r>
              <a:rPr lang="en-US" dirty="0"/>
              <a:t>• </a:t>
            </a:r>
            <a:r>
              <a:rPr lang="en-US" b="1" dirty="0"/>
              <a:t>User Input Data:</a:t>
            </a:r>
            <a:br>
              <a:rPr lang="en-US" dirty="0"/>
            </a:br>
            <a:r>
              <a:rPr lang="en-US" dirty="0"/>
              <a:t>Users can upload their own SRT subtitle files, which will serve as input data for the translation system.</a:t>
            </a:r>
          </a:p>
          <a:p>
            <a:r>
              <a:rPr lang="en-US" dirty="0"/>
              <a:t>• </a:t>
            </a:r>
            <a:r>
              <a:rPr lang="en-US" b="1" dirty="0"/>
              <a:t>Testing Data:</a:t>
            </a:r>
            <a:br>
              <a:rPr lang="en-US" dirty="0"/>
            </a:br>
            <a:r>
              <a:rPr lang="en-US" dirty="0"/>
              <a:t>Different subtitle files with varying lengths and languages will be used to evaluate the system’s performance and translation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2584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Usecases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E4A3D-393F-FA1C-94EC-421CF79CF277}"/>
              </a:ext>
            </a:extLst>
          </p:cNvPr>
          <p:cNvSpPr txBox="1"/>
          <p:nvPr/>
        </p:nvSpPr>
        <p:spPr>
          <a:xfrm>
            <a:off x="0" y="1293834"/>
            <a:ext cx="438726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 Case</a:t>
            </a:r>
          </a:p>
          <a:p>
            <a:endParaRPr lang="en-US" sz="1600" b="1" dirty="0"/>
          </a:p>
          <a:p>
            <a:r>
              <a:rPr lang="en-US" sz="1600" dirty="0"/>
              <a:t>• </a:t>
            </a:r>
            <a:r>
              <a:rPr lang="en-US" sz="1600" b="1" dirty="0"/>
              <a:t>Multimedia Content Translation:</a:t>
            </a:r>
            <a:br>
              <a:rPr lang="en-US" sz="1600" dirty="0"/>
            </a:br>
            <a:r>
              <a:rPr lang="en-US" sz="1600" dirty="0"/>
              <a:t>The system can be used to translate subtitle files for movies, videos, and educational content into different languages.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Educational Platforms:</a:t>
            </a:r>
            <a:br>
              <a:rPr lang="en-US" sz="1600" dirty="0"/>
            </a:br>
            <a:r>
              <a:rPr lang="en-US" sz="1600" dirty="0"/>
              <a:t>Online learning platforms can use the system to translate subtitles of lectures and tutorials so that students from different language backgrounds can understand the content.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Content Creators:</a:t>
            </a:r>
            <a:br>
              <a:rPr lang="en-US" sz="1600" dirty="0"/>
            </a:br>
            <a:r>
              <a:rPr lang="en-US" sz="1600" dirty="0"/>
              <a:t>Video creators and media producers can use the system to generate subtitles in multiple languages for their videos.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Global Accessibility:</a:t>
            </a:r>
            <a:br>
              <a:rPr lang="en-US" sz="1600" dirty="0"/>
            </a:br>
            <a:r>
              <a:rPr lang="en-US" sz="1600" dirty="0"/>
              <a:t>The project helps make digital media accessible to a wider global audience by overcoming language barriers.</a:t>
            </a:r>
          </a:p>
          <a:p>
            <a:endParaRPr lang="en-I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2F60C1-8BD9-126F-DBB3-AA6E74A62762}"/>
              </a:ext>
            </a:extLst>
          </p:cNvPr>
          <p:cNvSpPr txBox="1"/>
          <p:nvPr/>
        </p:nvSpPr>
        <p:spPr>
          <a:xfrm>
            <a:off x="4387267" y="1293834"/>
            <a:ext cx="445261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Scope</a:t>
            </a:r>
          </a:p>
          <a:p>
            <a:endParaRPr lang="en-US" sz="1600" b="1" dirty="0"/>
          </a:p>
          <a:p>
            <a:r>
              <a:rPr lang="en-US" sz="1600" dirty="0"/>
              <a:t>• The system focuses on </a:t>
            </a:r>
            <a:r>
              <a:rPr lang="en-US" sz="1600" b="1" dirty="0"/>
              <a:t>translating SRT subtitle files</a:t>
            </a:r>
            <a:r>
              <a:rPr lang="en-US" sz="1600" dirty="0"/>
              <a:t> while preserving the original timestamps and structure.</a:t>
            </a:r>
          </a:p>
          <a:p>
            <a:r>
              <a:rPr lang="en-US" sz="1600" dirty="0"/>
              <a:t>• It supports </a:t>
            </a:r>
            <a:r>
              <a:rPr lang="en-US" sz="1600" b="1" dirty="0"/>
              <a:t>multiple language translations</a:t>
            </a:r>
            <a:r>
              <a:rPr lang="en-US" sz="1600" dirty="0"/>
              <a:t> using an AI-based translation API.</a:t>
            </a:r>
          </a:p>
          <a:p>
            <a:r>
              <a:rPr lang="en-US" sz="1600" dirty="0"/>
              <a:t>• The project is designed as a </a:t>
            </a:r>
            <a:r>
              <a:rPr lang="en-US" sz="1600" b="1" dirty="0"/>
              <a:t>web-based application</a:t>
            </a:r>
            <a:r>
              <a:rPr lang="en-US" sz="1600" dirty="0"/>
              <a:t> that allows users to upload subtitle files and download translated output.</a:t>
            </a:r>
          </a:p>
          <a:p>
            <a:r>
              <a:rPr lang="en-US" sz="1600" dirty="0"/>
              <a:t>• The scope of the project is limited to </a:t>
            </a:r>
            <a:r>
              <a:rPr lang="en-US" sz="1600" b="1" dirty="0"/>
              <a:t>subtitle text translation only</a:t>
            </a:r>
            <a:r>
              <a:rPr lang="en-US" sz="1600" dirty="0"/>
              <a:t> and does not modify the video or audio files.</a:t>
            </a:r>
          </a:p>
          <a:p>
            <a:r>
              <a:rPr lang="en-US" sz="1600" dirty="0"/>
              <a:t>• The system can be further expanded in the future to support </a:t>
            </a:r>
            <a:r>
              <a:rPr lang="en-US" sz="1600" b="1" dirty="0"/>
              <a:t>real-time translation and additional subtitle formats</a:t>
            </a:r>
            <a:r>
              <a:rPr lang="en-US" sz="1600" dirty="0"/>
              <a:t>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9DAA698-A4FF-2DAA-EA1E-82F21FAE7BF1}"/>
                  </a:ext>
                </a:extLst>
              </p14:cNvPr>
              <p14:cNvContentPartPr/>
              <p14:nvPr/>
            </p14:nvContentPartPr>
            <p14:xfrm>
              <a:off x="-558144" y="2523456"/>
              <a:ext cx="360" cy="1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9DAA698-A4FF-2DAA-EA1E-82F21FAE7B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64264" y="2516976"/>
                <a:ext cx="12600" cy="1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8F37C976-9131-5C0B-3D6C-41FE8AE4B132}"/>
              </a:ext>
            </a:extLst>
          </p:cNvPr>
          <p:cNvGrpSpPr/>
          <p:nvPr/>
        </p:nvGrpSpPr>
        <p:grpSpPr>
          <a:xfrm>
            <a:off x="7442856" y="2614896"/>
            <a:ext cx="360" cy="360"/>
            <a:chOff x="7442856" y="2614896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5DA8368-240B-6B6A-1C80-A92B1B067C11}"/>
                    </a:ext>
                  </a:extLst>
                </p14:cNvPr>
                <p14:cNvContentPartPr/>
                <p14:nvPr/>
              </p14:nvContentPartPr>
              <p14:xfrm>
                <a:off x="7442856" y="2614896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5DA8368-240B-6B6A-1C80-A92B1B067C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36736" y="260877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5C683D4-FDB4-3A57-B9DB-C67046DBDD6D}"/>
                    </a:ext>
                  </a:extLst>
                </p14:cNvPr>
                <p14:cNvContentPartPr/>
                <p14:nvPr/>
              </p14:nvContentPartPr>
              <p14:xfrm>
                <a:off x="7442856" y="2614896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5C683D4-FDB4-3A57-B9DB-C67046DBDD6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36736" y="260877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227B80-4E45-C6F3-6963-28E5D3A7233E}"/>
                    </a:ext>
                  </a:extLst>
                </p14:cNvPr>
                <p14:cNvContentPartPr/>
                <p14:nvPr/>
              </p14:nvContentPartPr>
              <p14:xfrm>
                <a:off x="7442856" y="2614896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227B80-4E45-C6F3-6963-28E5D3A7233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36736" y="260877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20BA95E-7B83-4F2F-7A72-E9F21E174ECE}"/>
              </a:ext>
            </a:extLst>
          </p:cNvPr>
          <p:cNvSpPr txBox="1"/>
          <p:nvPr/>
        </p:nvSpPr>
        <p:spPr>
          <a:xfrm>
            <a:off x="103414" y="1293834"/>
            <a:ext cx="43238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Expected Results</a:t>
            </a:r>
          </a:p>
          <a:p>
            <a:r>
              <a:rPr lang="en-US"/>
              <a:t>• The system will successfully translate </a:t>
            </a:r>
            <a:r>
              <a:rPr lang="en-US" b="1"/>
              <a:t>SRT subtitle files</a:t>
            </a:r>
            <a:r>
              <a:rPr lang="en-US"/>
              <a:t> into different languages using an AI-based translation API.</a:t>
            </a:r>
          </a:p>
          <a:p>
            <a:r>
              <a:rPr lang="en-US"/>
              <a:t>• The translated subtitles will </a:t>
            </a:r>
            <a:r>
              <a:rPr lang="en-US" b="1"/>
              <a:t>preserve the original timestamps</a:t>
            </a:r>
            <a:r>
              <a:rPr lang="en-US"/>
              <a:t>, ensuring proper synchronization with the video or audio content.</a:t>
            </a:r>
          </a:p>
          <a:p>
            <a:r>
              <a:rPr lang="en-US"/>
              <a:t>• Users will be able to </a:t>
            </a:r>
            <a:r>
              <a:rPr lang="en-US" b="1"/>
              <a:t>upload subtitle files and download the translated output easily</a:t>
            </a:r>
            <a:r>
              <a:rPr lang="en-US"/>
              <a:t> through a simple web interface.</a:t>
            </a:r>
          </a:p>
          <a:p>
            <a:r>
              <a:rPr lang="en-US"/>
              <a:t>• The system will reduce the </a:t>
            </a:r>
            <a:r>
              <a:rPr lang="en-US" b="1"/>
              <a:t>manual effort and time required</a:t>
            </a:r>
            <a:r>
              <a:rPr lang="en-US"/>
              <a:t> for subtitle translation.</a:t>
            </a:r>
          </a:p>
          <a:p>
            <a:r>
              <a:rPr lang="en-US"/>
              <a:t>• The application will demonstrate the </a:t>
            </a:r>
            <a:r>
              <a:rPr lang="en-US" b="1"/>
              <a:t>integration of web technologies and AI-based language translation</a:t>
            </a:r>
            <a:r>
              <a:rPr lang="en-US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3C6699-0A0F-917B-5CF7-AD92B6BE4298}"/>
              </a:ext>
            </a:extLst>
          </p:cNvPr>
          <p:cNvSpPr txBox="1"/>
          <p:nvPr/>
        </p:nvSpPr>
        <p:spPr>
          <a:xfrm>
            <a:off x="4553164" y="1272146"/>
            <a:ext cx="443053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Impact</a:t>
            </a:r>
          </a:p>
          <a:p>
            <a:r>
              <a:rPr lang="en-US" dirty="0"/>
              <a:t>• </a:t>
            </a:r>
            <a:r>
              <a:rPr lang="en-US" b="1" dirty="0"/>
              <a:t>Improved Accessibility:</a:t>
            </a:r>
            <a:br>
              <a:rPr lang="en-US" dirty="0"/>
            </a:br>
            <a:r>
              <a:rPr lang="en-US" dirty="0"/>
              <a:t>The project will help users understand multimedia content available in different languages.</a:t>
            </a:r>
          </a:p>
          <a:p>
            <a:r>
              <a:rPr lang="en-US" dirty="0"/>
              <a:t>• </a:t>
            </a:r>
            <a:r>
              <a:rPr lang="en-US" b="1" dirty="0"/>
              <a:t>Time Efficiency:</a:t>
            </a:r>
            <a:br>
              <a:rPr lang="en-US" dirty="0"/>
            </a:br>
            <a:r>
              <a:rPr lang="en-US" dirty="0"/>
              <a:t>Automated subtitle translation will save time compared to manual translation methods.</a:t>
            </a:r>
          </a:p>
          <a:p>
            <a:r>
              <a:rPr lang="en-US" dirty="0"/>
              <a:t>• </a:t>
            </a:r>
            <a:r>
              <a:rPr lang="en-US" b="1" dirty="0"/>
              <a:t>Support for Content Creators:</a:t>
            </a:r>
            <a:br>
              <a:rPr lang="en-US" dirty="0"/>
            </a:br>
            <a:r>
              <a:rPr lang="en-US" dirty="0"/>
              <a:t>Video creators and educators can easily generate subtitles in multiple languages.</a:t>
            </a:r>
          </a:p>
          <a:p>
            <a:r>
              <a:rPr lang="en-US" dirty="0"/>
              <a:t>• </a:t>
            </a:r>
            <a:r>
              <a:rPr lang="en-US" b="1" dirty="0"/>
              <a:t>Educational Value:</a:t>
            </a:r>
            <a:br>
              <a:rPr lang="en-US" dirty="0"/>
            </a:br>
            <a:r>
              <a:rPr lang="en-US" dirty="0"/>
              <a:t>The project provides practical experience in </a:t>
            </a:r>
            <a:r>
              <a:rPr lang="en-US" b="1" dirty="0"/>
              <a:t>AI integration, web development, and file processing</a:t>
            </a:r>
            <a:r>
              <a:rPr lang="en-US" dirty="0"/>
              <a:t>.</a:t>
            </a:r>
          </a:p>
          <a:p>
            <a:r>
              <a:rPr lang="en-US" dirty="0"/>
              <a:t>• </a:t>
            </a:r>
            <a:r>
              <a:rPr lang="en-US" b="1" dirty="0"/>
              <a:t>Global Reach:</a:t>
            </a:r>
            <a:br>
              <a:rPr lang="en-US" dirty="0"/>
            </a:br>
            <a:r>
              <a:rPr lang="en-US" dirty="0"/>
              <a:t>The system can help make digital media accessible to a wider international audience.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6357</TotalTime>
  <Words>2063</Words>
  <Application>Microsoft Office PowerPoint</Application>
  <PresentationFormat>On-screen Show (4:3)</PresentationFormat>
  <Paragraphs>142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Nyasha Das</cp:lastModifiedBy>
  <cp:revision>313</cp:revision>
  <cp:lastPrinted>2022-09-05T08:43:44Z</cp:lastPrinted>
  <dcterms:created xsi:type="dcterms:W3CDTF">2020-01-16T09:05:56Z</dcterms:created>
  <dcterms:modified xsi:type="dcterms:W3CDTF">2026-03-16T05:16:10Z</dcterms:modified>
</cp:coreProperties>
</file>